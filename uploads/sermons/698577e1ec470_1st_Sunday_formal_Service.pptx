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1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11B72-ADDF-4476-BF6F-AB73D109881F}" type="datetimeFigureOut">
              <a:rPr lang="en-PH" smtClean="0"/>
              <a:t>24/11/2024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218C7619-2485-449B-A9A7-4B3684D27F2B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401092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11B72-ADDF-4476-BF6F-AB73D109881F}" type="datetimeFigureOut">
              <a:rPr lang="en-PH" smtClean="0"/>
              <a:t>24/11/2024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C7619-2485-449B-A9A7-4B3684D27F2B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470693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4A711B72-ADDF-4476-BF6F-AB73D109881F}" type="datetimeFigureOut">
              <a:rPr lang="en-PH" smtClean="0"/>
              <a:t>24/11/2024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PH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218C7619-2485-449B-A9A7-4B3684D27F2B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333448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11B72-ADDF-4476-BF6F-AB73D109881F}" type="datetimeFigureOut">
              <a:rPr lang="en-PH" smtClean="0"/>
              <a:t>24/11/2024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C7619-2485-449B-A9A7-4B3684D27F2B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12350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11B72-ADDF-4476-BF6F-AB73D109881F}" type="datetimeFigureOut">
              <a:rPr lang="en-PH" smtClean="0"/>
              <a:t>24/11/2024</a:t>
            </a:fld>
            <a:endParaRPr lang="en-P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C7619-2485-449B-A9A7-4B3684D27F2B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063489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11B72-ADDF-4476-BF6F-AB73D109881F}" type="datetimeFigureOut">
              <a:rPr lang="en-PH" smtClean="0"/>
              <a:t>24/11/2024</a:t>
            </a:fld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C7619-2485-449B-A9A7-4B3684D27F2B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878732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11B72-ADDF-4476-BF6F-AB73D109881F}" type="datetimeFigureOut">
              <a:rPr lang="en-PH" smtClean="0"/>
              <a:t>24/11/2024</a:t>
            </a:fld>
            <a:endParaRPr lang="en-P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C7619-2485-449B-A9A7-4B3684D27F2B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103773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11B72-ADDF-4476-BF6F-AB73D109881F}" type="datetimeFigureOut">
              <a:rPr lang="en-PH" smtClean="0"/>
              <a:t>24/11/2024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C7619-2485-449B-A9A7-4B3684D27F2B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136700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11B72-ADDF-4476-BF6F-AB73D109881F}" type="datetimeFigureOut">
              <a:rPr lang="en-PH" smtClean="0"/>
              <a:t>24/11/2024</a:t>
            </a:fld>
            <a:endParaRPr lang="en-PH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C7619-2485-449B-A9A7-4B3684D27F2B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534912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11B72-ADDF-4476-BF6F-AB73D109881F}" type="datetimeFigureOut">
              <a:rPr lang="en-PH" smtClean="0"/>
              <a:t>24/11/2024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C7619-2485-449B-A9A7-4B3684D27F2B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255603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11B72-ADDF-4476-BF6F-AB73D109881F}" type="datetimeFigureOut">
              <a:rPr lang="en-PH" smtClean="0"/>
              <a:t>24/11/2024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C7619-2485-449B-A9A7-4B3684D27F2B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881401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4A711B72-ADDF-4476-BF6F-AB73D109881F}" type="datetimeFigureOut">
              <a:rPr lang="en-PH" smtClean="0"/>
              <a:t>24/11/2024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PH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218C7619-2485-449B-A9A7-4B3684D27F2B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7522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ECB33-8F3A-08A6-2CD2-1836788DB4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</a:t>
            </a:r>
            <a:r>
              <a:rPr lang="en-US"/>
              <a:t>Sunday formal Youth </a:t>
            </a:r>
            <a:r>
              <a:rPr lang="en-US" dirty="0"/>
              <a:t>Service</a:t>
            </a:r>
            <a:endParaRPr lang="en-PH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68B924-08D5-BCA1-A972-6EDAB022DC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November 24, 2024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2168914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A8157-A9B1-B620-74FB-A717226D9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b="1" dirty="0">
                <a:latin typeface="Bahnschrift" panose="020B0502040204020203" pitchFamily="34" charset="0"/>
              </a:rPr>
              <a:t>Proverbs 22:4</a:t>
            </a:r>
            <a:endParaRPr lang="en-PH" sz="7200" b="1" dirty="0">
              <a:latin typeface="Bahnschrift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BBA1F-A5A5-60F5-5FE6-A47DA0184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5400" dirty="0">
                <a:latin typeface="Bahnschrift" panose="020B0502040204020203" pitchFamily="34" charset="0"/>
              </a:rPr>
              <a:t>	</a:t>
            </a:r>
            <a:r>
              <a:rPr lang="en-US" sz="5400" baseline="30000" dirty="0">
                <a:latin typeface="Bahnschrift" panose="020B0502040204020203" pitchFamily="34" charset="0"/>
              </a:rPr>
              <a:t>4</a:t>
            </a:r>
            <a:r>
              <a:rPr lang="en-US" sz="5400" dirty="0">
                <a:latin typeface="Bahnschrift" panose="020B0502040204020203" pitchFamily="34" charset="0"/>
              </a:rPr>
              <a:t>The reward for HUMILITY and FEAR OF THE LORD is RICHES and HONOR and LIFE.</a:t>
            </a:r>
            <a:endParaRPr lang="en-PH" sz="54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6735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E7D6D-F915-AF4A-50A7-8FB612E6F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 main key points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09DC4-9E84-055D-DBB0-89BD6E5DB5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sz="4400" dirty="0"/>
              <a:t>Must DO</a:t>
            </a:r>
          </a:p>
          <a:p>
            <a:pPr marL="514350" indent="-514350">
              <a:buAutoNum type="arabicPeriod"/>
            </a:pPr>
            <a:r>
              <a:rPr lang="en-US" sz="4400" dirty="0"/>
              <a:t>The GAIN</a:t>
            </a:r>
            <a:endParaRPr lang="en-PH" sz="4400" dirty="0"/>
          </a:p>
        </p:txBody>
      </p:sp>
    </p:spTree>
    <p:extLst>
      <p:ext uri="{BB962C8B-B14F-4D97-AF65-F5344CB8AC3E}">
        <p14:creationId xmlns:p14="http://schemas.microsoft.com/office/powerpoint/2010/main" val="1037892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EC501-E0D6-91A9-1258-F6A426E68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Must Do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2923E-6689-14AA-61E8-2A7E2F7275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800" dirty="0"/>
              <a:t>1. Live with true HUMILITY</a:t>
            </a:r>
            <a:endParaRPr lang="en-PH" sz="2800" dirty="0"/>
          </a:p>
          <a:p>
            <a:pPr marL="0" indent="0">
              <a:buNone/>
            </a:pPr>
            <a:endParaRPr lang="en-PH" sz="2800" dirty="0"/>
          </a:p>
          <a:p>
            <a:pPr marL="0" indent="0">
              <a:buNone/>
            </a:pPr>
            <a:r>
              <a:rPr lang="en-PH" sz="2800" dirty="0"/>
              <a:t>Philippians 2: 3</a:t>
            </a:r>
          </a:p>
          <a:p>
            <a:pPr marL="0" indent="0">
              <a:buNone/>
            </a:pPr>
            <a:r>
              <a:rPr lang="en-PH" sz="2800" dirty="0"/>
              <a:t>	</a:t>
            </a:r>
            <a:r>
              <a:rPr lang="en-PH" sz="2800" baseline="30000" dirty="0"/>
              <a:t>3</a:t>
            </a:r>
            <a:r>
              <a:rPr lang="en-PH" sz="2800" dirty="0"/>
              <a:t>Do nothing from selfish ambition or conceit, but in humility count others more significant than yourselves.</a:t>
            </a:r>
          </a:p>
          <a:p>
            <a:pPr marL="0" indent="0">
              <a:buNone/>
            </a:pPr>
            <a:endParaRPr lang="en-PH" sz="2800" dirty="0"/>
          </a:p>
          <a:p>
            <a:pPr marL="0" indent="0">
              <a:buNone/>
            </a:pPr>
            <a:r>
              <a:rPr lang="en-US" sz="2800" dirty="0"/>
              <a:t>James 4:6</a:t>
            </a:r>
          </a:p>
          <a:p>
            <a:pPr marL="0" indent="0">
              <a:buNone/>
            </a:pPr>
            <a:r>
              <a:rPr lang="en-US" sz="2800" dirty="0"/>
              <a:t>	</a:t>
            </a:r>
            <a:r>
              <a:rPr lang="en-US" sz="2800" baseline="30000" dirty="0"/>
              <a:t>6</a:t>
            </a:r>
            <a:r>
              <a:rPr lang="en-US" sz="2800" dirty="0"/>
              <a:t>God opposes the proud but gives grace to the humble</a:t>
            </a:r>
            <a:r>
              <a:rPr lang="en-PH" sz="2800" dirty="0"/>
              <a:t> 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9165655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1A925-47AC-505E-94F5-894443D21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Must DO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FA929-6DB6-10DF-F6CF-485547D8AB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dirty="0"/>
              <a:t>2. FEAR of the LORD</a:t>
            </a:r>
          </a:p>
          <a:p>
            <a:pPr marL="0" indent="0">
              <a:buNone/>
            </a:pPr>
            <a:endParaRPr lang="en-PH" dirty="0"/>
          </a:p>
          <a:p>
            <a:pPr marL="0" indent="0">
              <a:buNone/>
            </a:pPr>
            <a:r>
              <a:rPr lang="en-US" sz="2800" dirty="0"/>
              <a:t>Proverb 1:7</a:t>
            </a:r>
          </a:p>
          <a:p>
            <a:pPr marL="0" indent="0" algn="just">
              <a:buNone/>
            </a:pPr>
            <a:r>
              <a:rPr lang="en-US" sz="2800" dirty="0"/>
              <a:t>	</a:t>
            </a:r>
            <a:r>
              <a:rPr lang="en-US" sz="2800" baseline="30000" dirty="0"/>
              <a:t>7</a:t>
            </a:r>
            <a:r>
              <a:rPr lang="en-US" sz="2800" dirty="0"/>
              <a:t>The fear of the Lord is the beginning of knowledge; fools despise wisdom and instruction.</a:t>
            </a:r>
          </a:p>
        </p:txBody>
      </p:sp>
    </p:spTree>
    <p:extLst>
      <p:ext uri="{BB962C8B-B14F-4D97-AF65-F5344CB8AC3E}">
        <p14:creationId xmlns:p14="http://schemas.microsoft.com/office/powerpoint/2010/main" val="11440150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34ACB-27FE-8A57-C5EE-58FF5355E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GAIN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5EF468-4255-0C40-7470-4C25C03BF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/>
              <a:t>1. RICHES</a:t>
            </a:r>
            <a:endParaRPr lang="en-US" sz="3600" dirty="0"/>
          </a:p>
          <a:p>
            <a:pPr marL="0" indent="0" algn="just">
              <a:buNone/>
            </a:pPr>
            <a:endParaRPr lang="en-PH" sz="3600" dirty="0"/>
          </a:p>
          <a:p>
            <a:pPr marL="0" indent="0" algn="just">
              <a:buNone/>
            </a:pPr>
            <a:r>
              <a:rPr lang="en-US" sz="3600" dirty="0"/>
              <a:t>Philippians 4:19</a:t>
            </a:r>
          </a:p>
          <a:p>
            <a:pPr marL="0" indent="0" algn="just">
              <a:buNone/>
            </a:pPr>
            <a:r>
              <a:rPr lang="en-US" sz="3600" dirty="0"/>
              <a:t>	</a:t>
            </a:r>
            <a:r>
              <a:rPr lang="en-US" sz="3600" baseline="30000" dirty="0"/>
              <a:t>19</a:t>
            </a:r>
            <a:r>
              <a:rPr lang="en-US" sz="3200" dirty="0"/>
              <a:t>And my God will supply every need of yours according to his riches in glory in Christ Jesus.</a:t>
            </a:r>
          </a:p>
        </p:txBody>
      </p:sp>
    </p:spTree>
    <p:extLst>
      <p:ext uri="{BB962C8B-B14F-4D97-AF65-F5344CB8AC3E}">
        <p14:creationId xmlns:p14="http://schemas.microsoft.com/office/powerpoint/2010/main" val="3644826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34ACB-27FE-8A57-C5EE-58FF5355E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GAIN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5EF468-4255-0C40-7470-4C25C03BF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2. HONOR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Proverbs 15:33</a:t>
            </a:r>
          </a:p>
          <a:p>
            <a:pPr marL="0" indent="0">
              <a:buNone/>
            </a:pPr>
            <a:r>
              <a:rPr lang="en-US" sz="3200" dirty="0"/>
              <a:t>	</a:t>
            </a:r>
            <a:r>
              <a:rPr lang="en-US" sz="3200" baseline="30000" dirty="0"/>
              <a:t>33</a:t>
            </a:r>
            <a:r>
              <a:rPr lang="en-US" sz="3200" dirty="0"/>
              <a:t>The fear of the Lord is instruction in wisdom, and humility comes before honor.</a:t>
            </a:r>
          </a:p>
        </p:txBody>
      </p:sp>
    </p:spTree>
    <p:extLst>
      <p:ext uri="{BB962C8B-B14F-4D97-AF65-F5344CB8AC3E}">
        <p14:creationId xmlns:p14="http://schemas.microsoft.com/office/powerpoint/2010/main" val="25510853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34ACB-27FE-8A57-C5EE-58FF5355E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GAIN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5EF468-4255-0C40-7470-4C25C03BF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3. LIFE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Proverbs 19:23</a:t>
            </a:r>
          </a:p>
          <a:p>
            <a:pPr marL="0" indent="0">
              <a:buNone/>
            </a:pPr>
            <a:r>
              <a:rPr lang="en-US" sz="3200" dirty="0"/>
              <a:t>	</a:t>
            </a:r>
            <a:r>
              <a:rPr lang="en-US" sz="3200" baseline="30000" dirty="0"/>
              <a:t>23</a:t>
            </a:r>
            <a:r>
              <a:rPr lang="en-US" sz="3200" dirty="0"/>
              <a:t>The fear of the Lord leads to life, and whoever has it rests satisfied; he will not be visited by harm.</a:t>
            </a:r>
            <a:endParaRPr lang="en-PH" sz="3200" dirty="0"/>
          </a:p>
        </p:txBody>
      </p:sp>
    </p:spTree>
    <p:extLst>
      <p:ext uri="{BB962C8B-B14F-4D97-AF65-F5344CB8AC3E}">
        <p14:creationId xmlns:p14="http://schemas.microsoft.com/office/powerpoint/2010/main" val="35066544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273</TotalTime>
  <Words>192</Words>
  <Application>Microsoft Office PowerPoint</Application>
  <PresentationFormat>Widescreen</PresentationFormat>
  <Paragraphs>35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Bahnschrift</vt:lpstr>
      <vt:lpstr>Rockwell</vt:lpstr>
      <vt:lpstr>Rockwell Condensed</vt:lpstr>
      <vt:lpstr>Wingdings</vt:lpstr>
      <vt:lpstr>Wood Type</vt:lpstr>
      <vt:lpstr>1st Sunday formal Youth Service</vt:lpstr>
      <vt:lpstr>Proverbs 22:4</vt:lpstr>
      <vt:lpstr>2 main key points</vt:lpstr>
      <vt:lpstr>Must Do</vt:lpstr>
      <vt:lpstr>Must DO</vt:lpstr>
      <vt:lpstr>The GAIN</vt:lpstr>
      <vt:lpstr>The GAIN</vt:lpstr>
      <vt:lpstr>The GAIN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Ammi Bandiez</dc:creator>
  <cp:lastModifiedBy>Ammi Bandiez</cp:lastModifiedBy>
  <cp:revision>3</cp:revision>
  <dcterms:created xsi:type="dcterms:W3CDTF">2024-11-22T23:38:51Z</dcterms:created>
  <dcterms:modified xsi:type="dcterms:W3CDTF">2024-11-23T20:42:28Z</dcterms:modified>
</cp:coreProperties>
</file>